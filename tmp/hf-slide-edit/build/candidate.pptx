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0cb2ebd5df4881" /><Relationship Type="http://schemas.openxmlformats.org/officeDocument/2006/relationships/extended-properties" Target="/docProps/app.xml" Id="R5e10054cafb0482d" /><Relationship Type="http://schemas.openxmlformats.org/officeDocument/2006/relationships/officeDocument" Target="/ppt/presentation.xml" Id="Re64c8f761175455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33b5dc097ea4341"/>
  </p:sldMasterIdLst>
  <p:notesMasterIdLst>
    <p:notesMasterId xmlns:r="http://schemas.openxmlformats.org/officeDocument/2006/relationships" r:id="Rbdd33f28303a42a0"/>
  </p:notesMasterIdLst>
  <p:sldIdLst>
    <p:sldId xmlns:r="http://schemas.openxmlformats.org/officeDocument/2006/relationships" id="256" r:id="R3eea32f7274d4fc0"/>
    <p:sldId xmlns:r="http://schemas.openxmlformats.org/officeDocument/2006/relationships" id="257" r:id="R732e33f290a247b2"/>
    <p:sldId xmlns:r="http://schemas.openxmlformats.org/officeDocument/2006/relationships" id="258" r:id="R7a1724d581024c05"/>
    <p:sldId xmlns:r="http://schemas.openxmlformats.org/officeDocument/2006/relationships" id="259" r:id="R1f7f095b71b54513"/>
    <p:sldId xmlns:r="http://schemas.openxmlformats.org/officeDocument/2006/relationships" id="260" r:id="Re18120df7fe6421c"/>
    <p:sldId xmlns:r="http://schemas.openxmlformats.org/officeDocument/2006/relationships" id="261" r:id="R75f9aca5892042de"/>
    <p:sldId xmlns:r="http://schemas.openxmlformats.org/officeDocument/2006/relationships" id="262" r:id="R002e47e485b3449f"/>
    <p:sldId xmlns:r="http://schemas.openxmlformats.org/officeDocument/2006/relationships" id="263" r:id="R47d434e951e54f9d"/>
    <p:sldId xmlns:r="http://schemas.openxmlformats.org/officeDocument/2006/relationships" id="264" r:id="Rb0565a7e3d094edb"/>
    <p:sldId xmlns:r="http://schemas.openxmlformats.org/officeDocument/2006/relationships" id="265" r:id="R84f0d5f23ab14ed9"/>
    <p:sldId xmlns:r="http://schemas.openxmlformats.org/officeDocument/2006/relationships" id="266" r:id="Ra05f5b084750494e"/>
    <p:sldId xmlns:r="http://schemas.openxmlformats.org/officeDocument/2006/relationships" id="267" r:id="Rc4ee3be88b8e4523"/>
    <p:sldId xmlns:r="http://schemas.openxmlformats.org/officeDocument/2006/relationships" id="268" r:id="Raccc9c9726ab47a4"/>
    <p:sldId xmlns:r="http://schemas.openxmlformats.org/officeDocument/2006/relationships" id="269" r:id="R54199229e75f4e02"/>
    <p:sldId xmlns:r="http://schemas.openxmlformats.org/officeDocument/2006/relationships" id="270" r:id="R7c31aff693fe42e3"/>
    <p:sldId xmlns:r="http://schemas.openxmlformats.org/officeDocument/2006/relationships" id="271" r:id="Raf343faa03684103"/>
    <p:sldId xmlns:r="http://schemas.openxmlformats.org/officeDocument/2006/relationships" id="272" r:id="Rd9f344c5d496457a"/>
  </p:sldIdLst>
  <p:sldSz cx="9144000" cy="5143500"/>
  <p:notesSz cx="6858000" cy="9144000"/>
  <p:embeddedFontLst>
    <p:embeddedFont>
      <p:font typeface="Play"/>
      <p:regular xmlns:r="http://schemas.openxmlformats.org/officeDocument/2006/relationships" r:id="Rf6c4f965a87b41c7"/>
      <p:bold xmlns:r="http://schemas.openxmlformats.org/officeDocument/2006/relationships" r:id="Rbbf73543a37a4ad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45a6379b74f53" /><Relationship Type="http://schemas.openxmlformats.org/officeDocument/2006/relationships/slideMaster" Target="/ppt/slideMasters/slideMaster1.xml" Id="R433b5dc097ea4341" /><Relationship Type="http://schemas.openxmlformats.org/officeDocument/2006/relationships/notesMaster" Target="/ppt/notesMasters/notesMaster1.xml" Id="Rbdd33f28303a42a0" /><Relationship Type="http://schemas.openxmlformats.org/officeDocument/2006/relationships/presProps" Target="/ppt/presProps.xml" Id="Re4ac5897b6a44563" /><Relationship Type="http://schemas.openxmlformats.org/officeDocument/2006/relationships/viewProps" Target="/ppt/viewProps.xml" Id="Rb3e8448e65044f0f" /><Relationship Type="http://schemas.openxmlformats.org/officeDocument/2006/relationships/tableStyles" Target="/ppt/tableStyles.xml" Id="R892ff51a47204c84" /><Relationship Type="http://schemas.openxmlformats.org/officeDocument/2006/relationships/font" Target="/ppt/fonts/font.dat" Id="Rf6c4f965a87b41c7" /><Relationship Type="http://schemas.openxmlformats.org/officeDocument/2006/relationships/font" Target="/ppt/fonts/font2.dat" Id="Rbbf73543a37a4ade" /><Relationship Type="http://schemas.openxmlformats.org/officeDocument/2006/relationships/slide" Target="/ppt/slides/slide1.xml" Id="R3eea32f7274d4fc0" /><Relationship Type="http://schemas.openxmlformats.org/officeDocument/2006/relationships/slide" Target="/ppt/slides/slide2.xml" Id="R732e33f290a247b2" /><Relationship Type="http://schemas.openxmlformats.org/officeDocument/2006/relationships/slide" Target="/ppt/slides/slide3.xml" Id="R7a1724d581024c05" /><Relationship Type="http://schemas.openxmlformats.org/officeDocument/2006/relationships/slide" Target="/ppt/slides/slide4.xml" Id="R1f7f095b71b54513" /><Relationship Type="http://schemas.openxmlformats.org/officeDocument/2006/relationships/slide" Target="/ppt/slides/slide5.xml" Id="Re18120df7fe6421c" /><Relationship Type="http://schemas.openxmlformats.org/officeDocument/2006/relationships/slide" Target="/ppt/slides/slide6.xml" Id="R75f9aca5892042de" /><Relationship Type="http://schemas.openxmlformats.org/officeDocument/2006/relationships/slide" Target="/ppt/slides/slide7.xml" Id="R002e47e485b3449f" /><Relationship Type="http://schemas.openxmlformats.org/officeDocument/2006/relationships/slide" Target="/ppt/slides/slide8.xml" Id="R47d434e951e54f9d" /><Relationship Type="http://schemas.openxmlformats.org/officeDocument/2006/relationships/slide" Target="/ppt/slides/slide9.xml" Id="Rb0565a7e3d094edb" /><Relationship Type="http://schemas.openxmlformats.org/officeDocument/2006/relationships/slide" Target="/ppt/slides/slide10.xml" Id="R84f0d5f23ab14ed9" /><Relationship Type="http://schemas.openxmlformats.org/officeDocument/2006/relationships/slide" Target="/ppt/slides/slide11.xml" Id="Ra05f5b084750494e" /><Relationship Type="http://schemas.openxmlformats.org/officeDocument/2006/relationships/slide" Target="/ppt/slides/slide12.xml" Id="Rc4ee3be88b8e4523" /><Relationship Type="http://schemas.openxmlformats.org/officeDocument/2006/relationships/slide" Target="/ppt/slides/slide13.xml" Id="Raccc9c9726ab47a4" /><Relationship Type="http://schemas.openxmlformats.org/officeDocument/2006/relationships/slide" Target="/ppt/slides/slide14.xml" Id="R54199229e75f4e02" /><Relationship Type="http://schemas.openxmlformats.org/officeDocument/2006/relationships/slide" Target="/ppt/slides/slide15.xml" Id="R7c31aff693fe42e3" /><Relationship Type="http://schemas.openxmlformats.org/officeDocument/2006/relationships/slide" Target="/ppt/slides/slide16.xml" Id="Raf343faa03684103" /><Relationship Type="http://schemas.openxmlformats.org/officeDocument/2006/relationships/slide" Target="/ppt/slides/slide17.xml" Id="Rd9f344c5d49645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1b645ab8d04a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a4789e8ad24aa0" /><Relationship Type="http://schemas.openxmlformats.org/officeDocument/2006/relationships/notesMaster" Target="/ppt/notesMasters/notesMaster1.xml" Id="Rc6e83e3ac2ba47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6a332cdf449eb" /><Relationship Type="http://schemas.openxmlformats.org/officeDocument/2006/relationships/notesMaster" Target="/ppt/notesMasters/notesMaster1.xml" Id="Ra70981360aa14f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d2e902a9a34540" /><Relationship Type="http://schemas.openxmlformats.org/officeDocument/2006/relationships/notesMaster" Target="/ppt/notesMasters/notesMaster1.xml" Id="Ra38561eca2a4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10c761359f4429" /><Relationship Type="http://schemas.openxmlformats.org/officeDocument/2006/relationships/notesMaster" Target="/ppt/notesMasters/notesMaster1.xml" Id="R3ce151106f9d43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88ecfc4ffb4dce" /><Relationship Type="http://schemas.openxmlformats.org/officeDocument/2006/relationships/notesMaster" Target="/ppt/notesMasters/notesMaster1.xml" Id="R411c9352320043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a23dfe0dc540eb" /><Relationship Type="http://schemas.openxmlformats.org/officeDocument/2006/relationships/notesMaster" Target="/ppt/notesMasters/notesMaster1.xml" Id="R359d1736ad604f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1318d2ff694ac6" /><Relationship Type="http://schemas.openxmlformats.org/officeDocument/2006/relationships/notesMaster" Target="/ppt/notesMasters/notesMaster1.xml" Id="R2e83fa0e1f794e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e2d83e53b64789" /><Relationship Type="http://schemas.openxmlformats.org/officeDocument/2006/relationships/notesMaster" Target="/ppt/notesMasters/notesMaster1.xml" Id="R1003b2bac3d445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e6e911d9904144" /><Relationship Type="http://schemas.openxmlformats.org/officeDocument/2006/relationships/notesMaster" Target="/ppt/notesMasters/notesMaster1.xml" Id="R995a35b3955944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66d98fd25041a8" /><Relationship Type="http://schemas.openxmlformats.org/officeDocument/2006/relationships/notesMaster" Target="/ppt/notesMasters/notesMaster1.xml" Id="R568cf346f3584d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7f5507e77045be" /><Relationship Type="http://schemas.openxmlformats.org/officeDocument/2006/relationships/notesMaster" Target="/ppt/notesMasters/notesMaster1.xml" Id="R529c5d42395043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68659562054882" /><Relationship Type="http://schemas.openxmlformats.org/officeDocument/2006/relationships/notesMaster" Target="/ppt/notesMasters/notesMaster1.xml" Id="R904275c8d43e4e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eae4e102014a7e" /><Relationship Type="http://schemas.openxmlformats.org/officeDocument/2006/relationships/notesMaster" Target="/ppt/notesMasters/notesMaster1.xml" Id="R86e10728fb9641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45ebf10b3d4422" /><Relationship Type="http://schemas.openxmlformats.org/officeDocument/2006/relationships/notesMaster" Target="/ppt/notesMasters/notesMaster1.xml" Id="R11ceaefa282040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97b4d3c5734c59" /><Relationship Type="http://schemas.openxmlformats.org/officeDocument/2006/relationships/notesMaster" Target="/ppt/notesMasters/notesMaster1.xml" Id="R80c3de894cc649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da3f62c6eb44b2" /><Relationship Type="http://schemas.openxmlformats.org/officeDocument/2006/relationships/notesMaster" Target="/ppt/notesMasters/notesMaster1.xml" Id="R095e4b97537a41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586f738058432c" /><Relationship Type="http://schemas.openxmlformats.org/officeDocument/2006/relationships/notesMaster" Target="/ppt/notesMasters/notesMaster1.xml" Id="Rc30c95ea9cc844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0a8319c894a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0ba64555c4b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59e58a8bd44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2c4b876d540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6d266fa0d41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45d80783144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3007a79374a2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a235352e1475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ac79cea734ac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b16e0b9a04c2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9db91e05a492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d6d876c1049b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721EAEB-4B1A-44AA-9BB9-55A511C01A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6778C9C5-D322-47B2-AAFE-A2301A626A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EF7AB482-C4FB-493C-B966-BD2FEB0EA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66198264-80EA-4074-B504-3A7F315D8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33D5668D-313A-4DB7-85C0-BD930A785F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493638B9-6191-4A63-915D-A51FA1A46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DDD282BB-6445-47EC-8300-D1F4833CB3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4EC51562-BC2E-4845-8448-D7266A827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2FF98ABF-0DE8-43EC-B052-814E9D13A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E5744DA5-9273-42AC-8F84-6BEA6B08E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B169AB84-6EDA-4436-9DF9-3E0B6441F6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C51F2FDA-A61B-4742-8D83-40593A0B9E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2B4C30C8-A84A-497C-B55A-A66392889B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9F72D3C9-5F53-4D9F-975E-98233CDBDC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CF389D3-2C1F-41C9-AB11-E08BF8BAD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0BCADB0-1D49-4D67-AE6A-F54126BCA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D9337218-3718-4C12-ADF5-7295B7A2D9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C9508C1E-E57C-44B1-9CCA-B29E80557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356E3A62-1375-4952-A3AA-681BBD1F99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DFE80B88-3CC8-4664-B508-4F989A3A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02CAA1FF-556B-40A9-AB25-A651AA107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4073E23E-03DB-4E9C-A32F-A6B3B513F9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39A0D0B5-71D7-4F81-9173-09F2905CA2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39DD197-BF5A-447B-AF3D-1B2C7C564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A27BCD4-6335-45F3-A288-835670A7C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00FF640F-5EF9-45ED-905C-137137CF3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903788C3-A40A-42C7-810D-C214B1D945A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7A982196-EB40-4278-A766-3362BA3416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466374BF-3588-4B8B-889D-078B81B154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6FF47DA4-1AEC-43C5-8D95-FE48173F40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716a398504d70" /><Relationship Type="http://schemas.openxmlformats.org/officeDocument/2006/relationships/slideLayout" Target="/ppt/slideLayouts/slideLayout1.xml" Id="R19e8ea735eb9494b" /><Relationship Type="http://schemas.openxmlformats.org/officeDocument/2006/relationships/slideLayout" Target="/ppt/slideLayouts/slideLayout2.xml" Id="R30b7d385203d44d8" /><Relationship Type="http://schemas.openxmlformats.org/officeDocument/2006/relationships/slideLayout" Target="/ppt/slideLayouts/slideLayout3.xml" Id="R677c892e931d47fe" /><Relationship Type="http://schemas.openxmlformats.org/officeDocument/2006/relationships/slideLayout" Target="/ppt/slideLayouts/slideLayout4.xml" Id="R4c3a703af85b44b7" /><Relationship Type="http://schemas.openxmlformats.org/officeDocument/2006/relationships/slideLayout" Target="/ppt/slideLayouts/slideLayout5.xml" Id="Rcafb40d709b547e8" /><Relationship Type="http://schemas.openxmlformats.org/officeDocument/2006/relationships/slideLayout" Target="/ppt/slideLayouts/slideLayout6.xml" Id="R7706ea37fea3495e" /><Relationship Type="http://schemas.openxmlformats.org/officeDocument/2006/relationships/slideLayout" Target="/ppt/slideLayouts/slideLayout7.xml" Id="R1d1734c999e94131" /><Relationship Type="http://schemas.openxmlformats.org/officeDocument/2006/relationships/slideLayout" Target="/ppt/slideLayouts/slideLayout8.xml" Id="R0e28da98a2ba4309" /><Relationship Type="http://schemas.openxmlformats.org/officeDocument/2006/relationships/slideLayout" Target="/ppt/slideLayouts/slideLayout9.xml" Id="Ree22f1367e99472f" /><Relationship Type="http://schemas.openxmlformats.org/officeDocument/2006/relationships/slideLayout" Target="/ppt/slideLayouts/slideLayout10.xml" Id="R721e5d6e559c4c3c" /><Relationship Type="http://schemas.openxmlformats.org/officeDocument/2006/relationships/slideLayout" Target="/ppt/slideLayouts/slideLayout11.xml" Id="Rc8c09952217348ee" /><Relationship Type="http://schemas.openxmlformats.org/officeDocument/2006/relationships/slideLayout" Target="/ppt/slideLayouts/slideLayout12.xml" Id="Refea8066f72d4a6e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87A0C37-1D76-4821-8341-E28593D66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7DE5564-6B57-4499-BE88-4FDC6911A0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89E18EF-340E-494E-AF9C-751A2281C4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e8ea735eb9494b"/>
    <p:sldLayoutId xmlns:r="http://schemas.openxmlformats.org/officeDocument/2006/relationships" id="2147483650" r:id="R30b7d385203d44d8"/>
    <p:sldLayoutId xmlns:r="http://schemas.openxmlformats.org/officeDocument/2006/relationships" id="2147483651" r:id="R677c892e931d47fe"/>
    <p:sldLayoutId xmlns:r="http://schemas.openxmlformats.org/officeDocument/2006/relationships" id="2147483652" r:id="R4c3a703af85b44b7"/>
    <p:sldLayoutId xmlns:r="http://schemas.openxmlformats.org/officeDocument/2006/relationships" id="2147483653" r:id="Rcafb40d709b547e8"/>
    <p:sldLayoutId xmlns:r="http://schemas.openxmlformats.org/officeDocument/2006/relationships" id="2147483654" r:id="R7706ea37fea3495e"/>
    <p:sldLayoutId xmlns:r="http://schemas.openxmlformats.org/officeDocument/2006/relationships" id="2147483655" r:id="R1d1734c999e94131"/>
    <p:sldLayoutId xmlns:r="http://schemas.openxmlformats.org/officeDocument/2006/relationships" id="2147483656" r:id="R0e28da98a2ba4309"/>
    <p:sldLayoutId xmlns:r="http://schemas.openxmlformats.org/officeDocument/2006/relationships" id="2147483657" r:id="Ree22f1367e99472f"/>
    <p:sldLayoutId xmlns:r="http://schemas.openxmlformats.org/officeDocument/2006/relationships" id="2147483658" r:id="R721e5d6e559c4c3c"/>
    <p:sldLayoutId xmlns:r="http://schemas.openxmlformats.org/officeDocument/2006/relationships" id="2147483659" r:id="Rc8c09952217348ee"/>
    <p:sldLayoutId xmlns:r="http://schemas.openxmlformats.org/officeDocument/2006/relationships" id="2147483660" r:id="Refea8066f72d4a6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eeced31a1249e4" /><Relationship Type="http://schemas.openxmlformats.org/officeDocument/2006/relationships/image" Target="/ppt/media/image.png" Id="R9030c339dcb34ef4" /><Relationship Type="http://schemas.openxmlformats.org/officeDocument/2006/relationships/image" Target="/ppt/media/image2.png" Id="Re760c8364bd741fc" /><Relationship Type="http://schemas.openxmlformats.org/officeDocument/2006/relationships/image" Target="/ppt/media/image3.png" Id="Refcc2ffa269e432c" /><Relationship Type="http://schemas.openxmlformats.org/officeDocument/2006/relationships/notesSlide" Target="/ppt/notesSlides/notesSlide1.xml" Id="R18ab73551d1941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9348d7c3e0b4148" /><Relationship Type="http://schemas.openxmlformats.org/officeDocument/2006/relationships/image" Target="/ppt/media/image4.png" Id="Rc827ad6735dc45b8" /><Relationship Type="http://schemas.openxmlformats.org/officeDocument/2006/relationships/image" Target="/ppt/media/image5.png" Id="R80eb1a529f6145ad" /><Relationship Type="http://schemas.openxmlformats.org/officeDocument/2006/relationships/image" Target="/ppt/media/image6.png" Id="Rcddd9717799f4adf" /><Relationship Type="http://schemas.openxmlformats.org/officeDocument/2006/relationships/notesSlide" Target="/ppt/notesSlides/notesSlide2.xml" Id="Rb6cb19fee2a946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2b816c56117431a" /><Relationship Type="http://schemas.openxmlformats.org/officeDocument/2006/relationships/image" Target="/ppt/media/image7.png" Id="R21ac5a3650064e51" /><Relationship Type="http://schemas.openxmlformats.org/officeDocument/2006/relationships/image" Target="/ppt/media/image.png" Id="R15ee606f592a4e80" /><Relationship Type="http://schemas.openxmlformats.org/officeDocument/2006/relationships/notesSlide" Target="/ppt/notesSlides/notesSlide3.xml" Id="Rcabf19719cb742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37120629b9446d2" /><Relationship Type="http://schemas.openxmlformats.org/officeDocument/2006/relationships/image" Target="/ppt/media/image5.png" Id="Rf210f077ae1b4a05" /><Relationship Type="http://schemas.openxmlformats.org/officeDocument/2006/relationships/image" Target="/ppt/media/image8.png" Id="R63e543b7415f4747" /><Relationship Type="http://schemas.openxmlformats.org/officeDocument/2006/relationships/image" Target="/ppt/media/image9.png" Id="Rc8d1055c39f64e03" /><Relationship Type="http://schemas.openxmlformats.org/officeDocument/2006/relationships/notesSlide" Target="/ppt/notesSlides/notesSlide4.xml" Id="Rfd85fc5ef21948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6113e535b2c429f" /><Relationship Type="http://schemas.openxmlformats.org/officeDocument/2006/relationships/image" Target="/ppt/media/image5.png" Id="R49207d79460b4a4f" /><Relationship Type="http://schemas.openxmlformats.org/officeDocument/2006/relationships/image" Target="/ppt/media/image8.png" Id="R4434d22dd4b3415d" /><Relationship Type="http://schemas.openxmlformats.org/officeDocument/2006/relationships/image" Target="/ppt/media/image10.png" Id="R32cb2e3df8934db9" /><Relationship Type="http://schemas.openxmlformats.org/officeDocument/2006/relationships/image" Target="/ppt/media/image11.png" Id="Rc61c6f840fde421a" /><Relationship Type="http://schemas.openxmlformats.org/officeDocument/2006/relationships/image" Target="/ppt/media/image12.png" Id="R77ae56db5bff4ad8" /><Relationship Type="http://schemas.openxmlformats.org/officeDocument/2006/relationships/image" Target="/ppt/media/image13.png" Id="Rd08c7361f9fc47c0" /><Relationship Type="http://schemas.openxmlformats.org/officeDocument/2006/relationships/notesSlide" Target="/ppt/notesSlides/notesSlide5.xml" Id="R71f5e23bfeac46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82cdfefd304354" /><Relationship Type="http://schemas.openxmlformats.org/officeDocument/2006/relationships/image" Target="/ppt/media/image5.png" Id="Rf778aac857324711" /><Relationship Type="http://schemas.openxmlformats.org/officeDocument/2006/relationships/image" Target="/ppt/media/image8.png" Id="R26425b297f354cf0" /><Relationship Type="http://schemas.openxmlformats.org/officeDocument/2006/relationships/image" Target="/ppt/media/image14.png" Id="R9ef885ea856e45e3" /><Relationship Type="http://schemas.openxmlformats.org/officeDocument/2006/relationships/notesSlide" Target="/ppt/notesSlides/notesSlide6.xml" Id="R30f0b1c392a340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ee56ab9dc7423f" /><Relationship Type="http://schemas.openxmlformats.org/officeDocument/2006/relationships/image" Target="/ppt/media/image5.png" Id="R998f51893e884233" /><Relationship Type="http://schemas.openxmlformats.org/officeDocument/2006/relationships/image" Target="/ppt/media/image8.png" Id="R3a3824fe896a4d25" /><Relationship Type="http://schemas.openxmlformats.org/officeDocument/2006/relationships/image" Target="/ppt/media/image15.png" Id="R1592a865832b4b12" /><Relationship Type="http://schemas.openxmlformats.org/officeDocument/2006/relationships/image" Target="/ppt/media/image16.png" Id="Rfb053a5c31c74e51" /><Relationship Type="http://schemas.openxmlformats.org/officeDocument/2006/relationships/notesSlide" Target="/ppt/notesSlides/notesSlide7.xml" Id="R8b81871e115e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489b33ac4a4eac" /><Relationship Type="http://schemas.openxmlformats.org/officeDocument/2006/relationships/image" Target="/ppt/media/image5.png" Id="R511abeaa8d394bcf" /><Relationship Type="http://schemas.openxmlformats.org/officeDocument/2006/relationships/image" Target="/ppt/media/image8.png" Id="Rbeee048737f64dbe" /><Relationship Type="http://schemas.openxmlformats.org/officeDocument/2006/relationships/notesSlide" Target="/ppt/notesSlides/notesSlide8.xml" Id="R52fee8efd1e94c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c5ace349194415" /><Relationship Type="http://schemas.openxmlformats.org/officeDocument/2006/relationships/image" Target="/ppt/media/image17.png" Id="R58a401677f9b4e61" /><Relationship Type="http://schemas.openxmlformats.org/officeDocument/2006/relationships/image" Target="/ppt/media/image5.png" Id="R431df2018cec4486" /><Relationship Type="http://schemas.openxmlformats.org/officeDocument/2006/relationships/image" Target="/ppt/media/image8.png" Id="Ra35698654de74af3" /><Relationship Type="http://schemas.openxmlformats.org/officeDocument/2006/relationships/notesSlide" Target="/ppt/notesSlides/notesSlide9.xml" Id="Rdf6f7ba0d6d047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63be7928d094c1c" /><Relationship Type="http://schemas.openxmlformats.org/officeDocument/2006/relationships/image" Target="/ppt/media/image5.png" Id="Rb3c8be84961a475b" /><Relationship Type="http://schemas.openxmlformats.org/officeDocument/2006/relationships/notesSlide" Target="/ppt/notesSlides/notesSlide10.xml" Id="R45e325e123da45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2d3ad5dd3a494a" /><Relationship Type="http://schemas.openxmlformats.org/officeDocument/2006/relationships/image" Target="/ppt/media/image.jpeg" Id="R351e269bd16c47f3" /><Relationship Type="http://schemas.openxmlformats.org/officeDocument/2006/relationships/notesSlide" Target="/ppt/notesSlides/notesSlide11.xml" Id="R156d1c445fc54a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2261d8c85054556" /><Relationship Type="http://schemas.openxmlformats.org/officeDocument/2006/relationships/image" Target="/ppt/media/image5.png" Id="R47cb411483bc43ae" /><Relationship Type="http://schemas.openxmlformats.org/officeDocument/2006/relationships/notesSlide" Target="/ppt/notesSlides/notesSlide12.xml" Id="R2a4a1087c06b4d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9bf34344a7400b" /><Relationship Type="http://schemas.openxmlformats.org/officeDocument/2006/relationships/image" Target="/ppt/media/image5.png" Id="R1ce26dfbb0224d3c" /><Relationship Type="http://schemas.openxmlformats.org/officeDocument/2006/relationships/notesSlide" Target="/ppt/notesSlides/notesSlide13.xml" Id="Rd9b90f7cccf345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3cb7dfe37a4a2f" /><Relationship Type="http://schemas.openxmlformats.org/officeDocument/2006/relationships/image" Target="/ppt/media/image.png" Id="R40a7c26e111a4e5e" /><Relationship Type="http://schemas.openxmlformats.org/officeDocument/2006/relationships/image" Target="/ppt/media/image2.png" Id="R8f01d2c8ab3d488d" /><Relationship Type="http://schemas.openxmlformats.org/officeDocument/2006/relationships/image" Target="/ppt/media/image3.png" Id="Rc72e32cca7cb4a85" /><Relationship Type="http://schemas.openxmlformats.org/officeDocument/2006/relationships/notesSlide" Target="/ppt/notesSlides/notesSlide14.xml" Id="R1a85a918b9b644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13024bf5e6446f" /><Relationship Type="http://schemas.openxmlformats.org/officeDocument/2006/relationships/image" Target="/ppt/media/image.png" Id="Rec4adb6c2f8f43a2" /><Relationship Type="http://schemas.openxmlformats.org/officeDocument/2006/relationships/image" Target="/ppt/media/image2.png" Id="R9ec3cdfb9ad74a4b" /><Relationship Type="http://schemas.openxmlformats.org/officeDocument/2006/relationships/notesSlide" Target="/ppt/notesSlides/notesSlide15.xml" Id="R246767a666fd40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f7f0c269a7a4304" /><Relationship Type="http://schemas.openxmlformats.org/officeDocument/2006/relationships/image" Target="/ppt/media/image.png" Id="Re0aaa06751a84092" /><Relationship Type="http://schemas.openxmlformats.org/officeDocument/2006/relationships/image" Target="/ppt/media/image18.png" Id="R08547ccef9de4fe7" /><Relationship Type="http://schemas.openxmlformats.org/officeDocument/2006/relationships/image" Target="/ppt/media/image2.jpeg" Id="Rfaa58c5223044b9b" /><Relationship Type="http://schemas.openxmlformats.org/officeDocument/2006/relationships/notesSlide" Target="/ppt/notesSlides/notesSlide16.xml" Id="R2bf94cb9a84649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fe062afdf0440e5" /><Relationship Type="http://schemas.openxmlformats.org/officeDocument/2006/relationships/image" Target="/ppt/media/image.png" Id="R447a419855fb4613" /><Relationship Type="http://schemas.openxmlformats.org/officeDocument/2006/relationships/image" Target="/ppt/media/image19.png" Id="R65e3a281beeb400c" /><Relationship Type="http://schemas.openxmlformats.org/officeDocument/2006/relationships/notesSlide" Target="/ppt/notesSlides/notesSlide17.xml" Id="Rbf51ffedc2ee45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14">
            <a:extLst xmlns:a="http://schemas.openxmlformats.org/drawingml/2006/main">
              <a:ext uri="{FF2B5EF4-FFF2-40B4-BE49-F238E27FC236}">
                <a16:creationId xmlns:a16="http://schemas.microsoft.com/office/drawing/2014/main" id="{3A9B7D5D-B30E-4E34-AE48-D1E026C8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268"/>
          </a:solidFill>
          <a:ln xmlns:a="http://schemas.openxmlformats.org/drawingml/2006/main" w="12700" cmpd="sng">
            <a:solidFill>
              <a:srgbClr val="00226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57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30c339dcb34e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02147" y="3736901"/>
            <a:ext cx="1460076" cy="1270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5" name="Google Shape;58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0c8364bd741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2975" y="454913"/>
            <a:ext cx="3818025" cy="381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3513EE91-56D5-44EE-AD45-6F31B6B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950" y="4272950"/>
            <a:ext cx="3818100" cy="5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chemeClr val="lt1"/>
                </a:solidFill>
                <a:latin typeface="Play"/>
                <a:ea typeface="Play"/>
                <a:cs typeface="Play"/>
              </a:rPr>
              <a:t>Pre</a:t>
            </a:r>
            <a:r>
              <a:rPr sz="2200" b="1">
                <a:solidFill>
                  <a:schemeClr val="lt1"/>
                </a:solidFill>
                <a:latin typeface="Play"/>
                <a:ea typeface="Play"/>
                <a:cs typeface="Play"/>
              </a:rPr>
              <a:t>-event Poll</a:t>
            </a:r>
            <a:endParaRPr sz="2200" b="1">
              <a:solidFill>
                <a:schemeClr val="lt1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67" name="Google Shape;60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c2ffa269e432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3025" y="454925"/>
            <a:ext cx="3818025" cy="381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90085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FD7B6FA5-A7D7-43A7-8F73-8608519F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90418659-8879-4A0F-BD38-1DA448C2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6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27ad6735dc45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42676" y="3750682"/>
            <a:ext cx="3059775" cy="116779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3" name="Google Shape;6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eb1a529f6145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0"/>
            <a:ext cx="1604675" cy="13960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817E1DA7-1133-4EC0-B894-E5CC0B1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75" y="215450"/>
            <a:ext cx="6437400" cy="4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None/>
            </a:pPr>
            <a:r>
              <a:t/>
            </a:r>
            <a:endParaRPr sz="46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5" name="Google Shape;71;p15"/>
          <p:cNvCxnSpPr/>
          <p:nvPr/>
        </p:nvCxnSpPr>
        <p:spPr>
          <a:xfrm xmlns:a="http://schemas.openxmlformats.org/drawingml/2006/main">
            <a:off x="4012037" y="3483864"/>
            <a:ext cx="510900" cy="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2296E8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72;p15"/>
          <p:cNvCxnSpPr/>
          <p:nvPr/>
        </p:nvCxnSpPr>
        <p:spPr>
          <a:xfrm xmlns:a="http://schemas.openxmlformats.org/drawingml/2006/main">
            <a:off x="4632702" y="3483864"/>
            <a:ext cx="510900" cy="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2296E8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15">
            <a:extLst xmlns:a="http://schemas.openxmlformats.org/drawingml/2006/main">
              <a:ext uri="{FF2B5EF4-FFF2-40B4-BE49-F238E27FC236}">
                <a16:creationId xmlns:a16="http://schemas.microsoft.com/office/drawing/2014/main" id="{A1DC8A1E-4EEF-4ACC-9DD1-45878E73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33" y="3459861"/>
            <a:ext cx="48000" cy="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E8"/>
          </a:solidFill>
          <a:ln xmlns:a="http://schemas.openxmlformats.org/drawingml/2006/main" w="12700" cmpd="sng">
            <a:solidFill>
              <a:srgbClr val="2296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74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d9717799f4ad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5771" y="4032274"/>
            <a:ext cx="2007600" cy="88620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</p:pic>
      <p:sp>
        <p:nvSpPr>
          <p:cNvPr id="75" name="Google Shape;75;p15">
            <a:extLst xmlns:a="http://schemas.openxmlformats.org/drawingml/2006/main">
              <a:ext uri="{FF2B5EF4-FFF2-40B4-BE49-F238E27FC236}">
                <a16:creationId xmlns:a16="http://schemas.microsoft.com/office/drawing/2014/main" id="{1AD10C0C-BE72-4691-BE40-B201D8D2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75" y="356825"/>
            <a:ext cx="6855300" cy="4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None/>
            </a:pPr>
            <a:r>
              <a:rPr sz="60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Hugging Face</a:t>
            </a:r>
            <a:endParaRPr sz="60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None/>
            </a:pPr>
            <a:r>
              <a:rPr sz="30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And</a:t>
            </a:r>
            <a:endParaRPr sz="30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None/>
            </a:pPr>
            <a:r>
              <a:rPr sz="72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AI Collectives</a:t>
            </a:r>
            <a:endParaRPr sz="7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0E6CB32B-C4C1-4556-8875-0DA7AA32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900" y="3570575"/>
            <a:ext cx="59622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None/>
            </a:pPr>
            <a:r>
              <a:rPr sz="18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Hosted by</a:t>
            </a:r>
            <a:endParaRPr sz="3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052861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2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6">
            <a:extLst xmlns:a="http://schemas.openxmlformats.org/drawingml/2006/main">
              <a:ext uri="{FF2B5EF4-FFF2-40B4-BE49-F238E27FC236}">
                <a16:creationId xmlns:a16="http://schemas.microsoft.com/office/drawing/2014/main" id="{95F800BF-332F-4F76-98A5-A23F064B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268"/>
          </a:solidFill>
          <a:ln xmlns:a="http://schemas.openxmlformats.org/drawingml/2006/main" w="12700" cmpd="sng">
            <a:solidFill>
              <a:srgbClr val="00226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83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ac5a3650064e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7200" y="308610"/>
            <a:ext cx="1371600" cy="5234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84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ee606f592a4e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55310" y="891540"/>
            <a:ext cx="2125981" cy="18496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Google Shape;85;p16">
            <a:extLst xmlns:a="http://schemas.openxmlformats.org/drawingml/2006/main">
              <a:ext uri="{FF2B5EF4-FFF2-40B4-BE49-F238E27FC236}">
                <a16:creationId xmlns:a16="http://schemas.microsoft.com/office/drawing/2014/main" id="{B90F12EE-1C30-4FE3-BBDD-EFC420E5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38" y="2125980"/>
            <a:ext cx="5418000" cy="6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Play"/>
              <a:buNone/>
            </a:pPr>
            <a:r>
              <a:rPr sz="41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AI in the News</a:t>
            </a:r>
            <a:endParaRPr sz="41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5" name="Google Shape;86;p16"/>
          <p:cNvCxnSpPr/>
          <p:nvPr/>
        </p:nvCxnSpPr>
        <p:spPr>
          <a:xfrm xmlns:a="http://schemas.openxmlformats.org/drawingml/2006/main">
            <a:off x="534938" y="3278124"/>
            <a:ext cx="476700" cy="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2296E8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87;p16"/>
          <p:cNvCxnSpPr/>
          <p:nvPr/>
        </p:nvCxnSpPr>
        <p:spPr>
          <a:xfrm xmlns:a="http://schemas.openxmlformats.org/drawingml/2006/main">
            <a:off x="1121313" y="3278124"/>
            <a:ext cx="476700" cy="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2296E8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16">
            <a:extLst xmlns:a="http://schemas.openxmlformats.org/drawingml/2006/main">
              <a:ext uri="{FF2B5EF4-FFF2-40B4-BE49-F238E27FC236}">
                <a16:creationId xmlns:a16="http://schemas.microsoft.com/office/drawing/2014/main" id="{F47BD41E-D5DB-4B80-8677-DF1852DC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44" y="3254121"/>
            <a:ext cx="48000" cy="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E8"/>
          </a:solidFill>
          <a:ln xmlns:a="http://schemas.openxmlformats.org/drawingml/2006/main" w="12700" cmpd="sng">
            <a:solidFill>
              <a:srgbClr val="2296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1208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7">
            <a:extLst xmlns:a="http://schemas.openxmlformats.org/drawingml/2006/main">
              <a:ext uri="{FF2B5EF4-FFF2-40B4-BE49-F238E27FC236}">
                <a16:creationId xmlns:a16="http://schemas.microsoft.com/office/drawing/2014/main" id="{B79B09F5-9C64-4659-81C9-C217D7E6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318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>
            <a:extLst xmlns:a="http://schemas.openxmlformats.org/drawingml/2006/main">
              <a:ext uri="{FF2B5EF4-FFF2-40B4-BE49-F238E27FC236}">
                <a16:creationId xmlns:a16="http://schemas.microsoft.com/office/drawing/2014/main" id="{E78BE441-A11A-4BCA-9A84-334E6AEA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>
            <a:extLst xmlns:a="http://schemas.openxmlformats.org/drawingml/2006/main">
              <a:ext uri="{FF2B5EF4-FFF2-40B4-BE49-F238E27FC236}">
                <a16:creationId xmlns:a16="http://schemas.microsoft.com/office/drawing/2014/main" id="{880CC8A5-BCB1-4071-8FB0-9A152313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97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10f077ae1b4a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2547" y="397764"/>
            <a:ext cx="1405891" cy="12231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98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e543b7415f47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84685" y="4251960"/>
            <a:ext cx="377191" cy="329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9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1055c39f64e0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5776" y="1146250"/>
            <a:ext cx="5692449" cy="285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74401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18">
            <a:extLst xmlns:a="http://schemas.openxmlformats.org/drawingml/2006/main">
              <a:ext uri="{FF2B5EF4-FFF2-40B4-BE49-F238E27FC236}">
                <a16:creationId xmlns:a16="http://schemas.microsoft.com/office/drawing/2014/main" id="{CD17BAF6-EEDF-4153-BFD0-481B4507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>
            <a:extLst xmlns:a="http://schemas.openxmlformats.org/drawingml/2006/main">
              <a:ext uri="{FF2B5EF4-FFF2-40B4-BE49-F238E27FC236}">
                <a16:creationId xmlns:a16="http://schemas.microsoft.com/office/drawing/2014/main" id="{5A52499D-2EA3-41F7-844C-6AA6F3D5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>
            <a:extLst xmlns:a="http://schemas.openxmlformats.org/drawingml/2006/main">
              <a:ext uri="{FF2B5EF4-FFF2-40B4-BE49-F238E27FC236}">
                <a16:creationId xmlns:a16="http://schemas.microsoft.com/office/drawing/2014/main" id="{3F28B78E-AF8B-4612-A17C-3BAA5AF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0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207d79460b4a4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2547" y="397764"/>
            <a:ext cx="1405891" cy="12231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" name="Google Shape;10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34d22dd4b341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84685" y="4251960"/>
            <a:ext cx="377191" cy="329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9" name="Google Shape;110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b2e3df8934db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1175" y="2620124"/>
            <a:ext cx="4097251" cy="204722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0" name="Google Shape;111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c6f840fde421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125" y="571476"/>
            <a:ext cx="4220951" cy="1935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1" name="Google Shape;112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e56db5bff4ad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126" y="3117050"/>
            <a:ext cx="4432875" cy="1622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2" name="Google Shape;113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c7361f9fc47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3000" y="704850"/>
            <a:ext cx="4285526" cy="1576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01354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19">
            <a:extLst xmlns:a="http://schemas.openxmlformats.org/drawingml/2006/main">
              <a:ext uri="{FF2B5EF4-FFF2-40B4-BE49-F238E27FC236}">
                <a16:creationId xmlns:a16="http://schemas.microsoft.com/office/drawing/2014/main" id="{8E3A26A5-9257-4BC9-9FA9-87B4AA81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>
            <a:extLst xmlns:a="http://schemas.openxmlformats.org/drawingml/2006/main">
              <a:ext uri="{FF2B5EF4-FFF2-40B4-BE49-F238E27FC236}">
                <a16:creationId xmlns:a16="http://schemas.microsoft.com/office/drawing/2014/main" id="{F3A73018-355A-4B2B-84B0-3BB7A4E5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>
            <a:extLst xmlns:a="http://schemas.openxmlformats.org/drawingml/2006/main">
              <a:ext uri="{FF2B5EF4-FFF2-40B4-BE49-F238E27FC236}">
                <a16:creationId xmlns:a16="http://schemas.microsoft.com/office/drawing/2014/main" id="{8C7E927D-D515-4930-8322-05040BE7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2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78aac8573247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2547" y="397764"/>
            <a:ext cx="1405891" cy="12231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9" name="Google Shape;123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425b297f354c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84685" y="4251960"/>
            <a:ext cx="377191" cy="329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0" name="Google Shape;124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885ea856e45e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2325" y="484437"/>
            <a:ext cx="4699349" cy="4174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92977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p20">
            <a:extLst xmlns:a="http://schemas.openxmlformats.org/drawingml/2006/main">
              <a:ext uri="{FF2B5EF4-FFF2-40B4-BE49-F238E27FC236}">
                <a16:creationId xmlns:a16="http://schemas.microsoft.com/office/drawing/2014/main" id="{C86A6671-8011-4D5A-A9A6-F64E822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4FA8E806-802C-4BDE-AA05-08E52B87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438B457E-7BE8-49A0-8D09-160430AF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3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8f51893e8842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2547" y="397764"/>
            <a:ext cx="1405891" cy="12231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34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3824fe896a4d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84685" y="4251960"/>
            <a:ext cx="377191" cy="329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2" name="Google Shape;135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2a865832b4b1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7675" y="289751"/>
            <a:ext cx="5064200" cy="2740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3" name="Google Shape;136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53a5c31c74e5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475" y="1493350"/>
            <a:ext cx="3127125" cy="3127125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solidFill>
              <a:srgbClr val="FFFFFF"/>
            </a:solidFill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1080221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21">
            <a:extLst xmlns:a="http://schemas.openxmlformats.org/drawingml/2006/main">
              <a:ext uri="{FF2B5EF4-FFF2-40B4-BE49-F238E27FC236}">
                <a16:creationId xmlns:a16="http://schemas.microsoft.com/office/drawing/2014/main" id="{2D0813FF-2A36-4107-BCD4-E709EBC9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>
            <a:extLst xmlns:a="http://schemas.openxmlformats.org/drawingml/2006/main">
              <a:ext uri="{FF2B5EF4-FFF2-40B4-BE49-F238E27FC236}">
                <a16:creationId xmlns:a16="http://schemas.microsoft.com/office/drawing/2014/main" id="{C2393483-2C04-45D8-9745-19652CF9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>
            <a:extLst xmlns:a="http://schemas.openxmlformats.org/drawingml/2006/main">
              <a:ext uri="{FF2B5EF4-FFF2-40B4-BE49-F238E27FC236}">
                <a16:creationId xmlns:a16="http://schemas.microsoft.com/office/drawing/2014/main" id="{3B5017BF-8AE1-41C8-BC06-1FD40E83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4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1abeaa8d394b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2547" y="397764"/>
            <a:ext cx="1405891" cy="12231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4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ee048737f64d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84685" y="4251960"/>
            <a:ext cx="377191" cy="329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Timeline line">
            <a:extLst xmlns:a="http://schemas.openxmlformats.org/drawingml/2006/main">
              <a:ext uri="{FF2B5EF4-FFF2-40B4-BE49-F238E27FC236}">
                <a16:creationId xmlns:a16="http://schemas.microsoft.com/office/drawing/2014/main" id="{437E848F-E03C-4F65-967F-443C376E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47925"/>
            <a:ext cx="6515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0">
            <a:noFill/>
          </a:ln>
        </p:spPr>
      </p:sp>
      <p:sp>
        <p:nvSpPr>
          <p:cNvPr id="151" name="Timeline date 1">
            <a:extLst xmlns:a="http://schemas.openxmlformats.org/drawingml/2006/main">
              <a:ext uri="{FF2B5EF4-FFF2-40B4-BE49-F238E27FC236}">
                <a16:creationId xmlns:a16="http://schemas.microsoft.com/office/drawing/2014/main" id="{25AFE5BB-4FCB-4EF8-8C4F-8F430559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5346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3464"/>
                </a:solidFill>
                <a:latin typeface="Arial"/>
                <a:ea typeface="Arial"/>
                <a:cs typeface="Arial"/>
              </a:rPr>
              <a:t>July 16</a:t>
            </a:r>
          </a:p>
        </p:txBody>
      </p:sp>
      <p:sp>
        <p:nvSpPr>
          <p:cNvPr id="152" name="Timeline marker 1">
            <a:extLst xmlns:a="http://schemas.openxmlformats.org/drawingml/2006/main">
              <a:ext uri="{FF2B5EF4-FFF2-40B4-BE49-F238E27FC236}">
                <a16:creationId xmlns:a16="http://schemas.microsoft.com/office/drawing/2014/main" id="{4F080B8B-745C-4A94-BA3E-774327BA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8BD5"/>
          </a:solidFill>
          <a:ln xmlns:a="http://schemas.openxmlformats.org/drawingml/2006/main" w="0">
            <a:noFill/>
          </a:ln>
        </p:spPr>
      </p:sp>
      <p:sp>
        <p:nvSpPr>
          <p:cNvPr id="153" name="Timeline event 1">
            <a:extLst xmlns:a="http://schemas.openxmlformats.org/drawingml/2006/main">
              <a:ext uri="{FF2B5EF4-FFF2-40B4-BE49-F238E27FC236}">
                <a16:creationId xmlns:a16="http://schemas.microsoft.com/office/drawing/2014/main" id="{22CB9A51-C7E6-4CBF-BB48-1BB4134E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43200"/>
            <a:ext cx="1943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Hugging Face announces agents hacked its site</a:t>
            </a:r>
          </a:p>
        </p:txBody>
      </p:sp>
      <p:sp>
        <p:nvSpPr>
          <p:cNvPr id="154" name="Timeline date 2">
            <a:extLst xmlns:a="http://schemas.openxmlformats.org/drawingml/2006/main">
              <a:ext uri="{FF2B5EF4-FFF2-40B4-BE49-F238E27FC236}">
                <a16:creationId xmlns:a16="http://schemas.microsoft.com/office/drawing/2014/main" id="{F298879F-C99B-4B10-B66F-4B9FCDBD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050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5346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3464"/>
                </a:solidFill>
                <a:latin typeface="Arial"/>
                <a:ea typeface="Arial"/>
                <a:cs typeface="Arial"/>
              </a:rPr>
              <a:t>July 21</a:t>
            </a:r>
          </a:p>
        </p:txBody>
      </p:sp>
      <p:sp>
        <p:nvSpPr>
          <p:cNvPr id="155" name="Timeline marker 2">
            <a:extLst xmlns:a="http://schemas.openxmlformats.org/drawingml/2006/main">
              <a:ext uri="{FF2B5EF4-FFF2-40B4-BE49-F238E27FC236}">
                <a16:creationId xmlns:a16="http://schemas.microsoft.com/office/drawing/2014/main" id="{CB3C9E58-CCA6-46ED-BE03-4547277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8BD5"/>
          </a:solidFill>
          <a:ln xmlns:a="http://schemas.openxmlformats.org/drawingml/2006/main" w="0">
            <a:noFill/>
          </a:ln>
        </p:spPr>
      </p:sp>
      <p:sp>
        <p:nvSpPr>
          <p:cNvPr id="156" name="Timeline event 2">
            <a:extLst xmlns:a="http://schemas.openxmlformats.org/drawingml/2006/main">
              <a:ext uri="{FF2B5EF4-FFF2-40B4-BE49-F238E27FC236}">
                <a16:creationId xmlns:a16="http://schemas.microsoft.com/office/drawing/2014/main" id="{D8737DA1-8FF9-4DE6-9D7D-7850A890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43200"/>
            <a:ext cx="1943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OpenAI says its models were responsible</a:t>
            </a:r>
          </a:p>
        </p:txBody>
      </p:sp>
      <p:sp>
        <p:nvSpPr>
          <p:cNvPr id="157" name="Timeline date 3">
            <a:extLst xmlns:a="http://schemas.openxmlformats.org/drawingml/2006/main">
              <a:ext uri="{FF2B5EF4-FFF2-40B4-BE49-F238E27FC236}">
                <a16:creationId xmlns:a16="http://schemas.microsoft.com/office/drawing/2014/main" id="{6EE03F98-E8CB-424E-999B-FB66E616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050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5346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3464"/>
                </a:solidFill>
                <a:latin typeface="Arial"/>
                <a:ea typeface="Arial"/>
                <a:cs typeface="Arial"/>
              </a:rPr>
              <a:t>August 5</a:t>
            </a:r>
          </a:p>
        </p:txBody>
      </p:sp>
      <p:sp>
        <p:nvSpPr>
          <p:cNvPr id="158" name="Timeline marker 3">
            <a:extLst xmlns:a="http://schemas.openxmlformats.org/drawingml/2006/main">
              <a:ext uri="{FF2B5EF4-FFF2-40B4-BE49-F238E27FC236}">
                <a16:creationId xmlns:a16="http://schemas.microsoft.com/office/drawing/2014/main" id="{C18180E0-890A-4810-8931-1806F177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8BD5"/>
          </a:solidFill>
          <a:ln xmlns:a="http://schemas.openxmlformats.org/drawingml/2006/main" w="0">
            <a:noFill/>
          </a:ln>
        </p:spPr>
      </p:sp>
      <p:sp>
        <p:nvSpPr>
          <p:cNvPr id="159" name="Timeline event 3">
            <a:extLst xmlns:a="http://schemas.openxmlformats.org/drawingml/2006/main">
              <a:ext uri="{FF2B5EF4-FFF2-40B4-BE49-F238E27FC236}">
                <a16:creationId xmlns:a16="http://schemas.microsoft.com/office/drawing/2014/main" id="{EC49A6C4-A5AE-42E6-96AD-A1F8AC06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943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OpenAI shares more details at Black Hat</a:t>
            </a:r>
          </a:p>
        </p:txBody>
      </p:sp>
      <p:sp>
        <p:nvSpPr>
          <p:cNvPr id="160" name="Timeline date 4">
            <a:extLst xmlns:a="http://schemas.openxmlformats.org/drawingml/2006/main">
              <a:ext uri="{FF2B5EF4-FFF2-40B4-BE49-F238E27FC236}">
                <a16:creationId xmlns:a16="http://schemas.microsoft.com/office/drawing/2014/main" id="{EFF0A20B-04D5-438E-8570-C4D76C08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5346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53464"/>
                </a:solidFill>
                <a:latin typeface="Arial"/>
                <a:ea typeface="Arial"/>
                <a:cs typeface="Arial"/>
              </a:rPr>
              <a:t>August 26</a:t>
            </a:r>
          </a:p>
        </p:txBody>
      </p:sp>
      <p:sp>
        <p:nvSpPr>
          <p:cNvPr id="161" name="Timeline marker 4">
            <a:extLst xmlns:a="http://schemas.openxmlformats.org/drawingml/2006/main">
              <a:ext uri="{FF2B5EF4-FFF2-40B4-BE49-F238E27FC236}">
                <a16:creationId xmlns:a16="http://schemas.microsoft.com/office/drawing/2014/main" id="{C0891058-979C-4080-84F1-5A51672B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8BD5"/>
          </a:solidFill>
          <a:ln xmlns:a="http://schemas.openxmlformats.org/drawingml/2006/main" w="0">
            <a:noFill/>
          </a:ln>
        </p:spPr>
      </p:sp>
      <p:sp>
        <p:nvSpPr>
          <p:cNvPr id="162" name="Timeline event 4">
            <a:extLst xmlns:a="http://schemas.openxmlformats.org/drawingml/2006/main">
              <a:ext uri="{FF2B5EF4-FFF2-40B4-BE49-F238E27FC236}">
                <a16:creationId xmlns:a16="http://schemas.microsoft.com/office/drawing/2014/main" id="{079BA0B4-6315-4D4F-B2F2-0FF45386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1943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5585C"/>
                </a:solidFill>
                <a:latin typeface="Arial"/>
                <a:ea typeface="Arial"/>
                <a:cs typeface="Arial"/>
              </a:rPr>
              <a:t>METR/Redwood and OpenAI reports reveal the wider scale</a:t>
            </a:r>
          </a:p>
        </p:txBody>
      </p:sp>
    </p:spTree>
    <p:extLst>
      <p:ext uri="{BB962C8B-B14F-4D97-AF65-F5344CB8AC3E}">
        <p14:creationId xmlns:p14="http://schemas.microsoft.com/office/powerpoint/2010/main" val="16613264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22">
            <a:extLst xmlns:a="http://schemas.openxmlformats.org/drawingml/2006/main">
              <a:ext uri="{FF2B5EF4-FFF2-40B4-BE49-F238E27FC236}">
                <a16:creationId xmlns:a16="http://schemas.microsoft.com/office/drawing/2014/main" id="{D3CDA1D6-59FF-474C-9159-EA4703F7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>
            <a:extLst xmlns:a="http://schemas.openxmlformats.org/drawingml/2006/main">
              <a:ext uri="{FF2B5EF4-FFF2-40B4-BE49-F238E27FC236}">
                <a16:creationId xmlns:a16="http://schemas.microsoft.com/office/drawing/2014/main" id="{B44B17BE-FCD3-4EE7-B2F5-A7143CAC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>
            <a:extLst xmlns:a="http://schemas.openxmlformats.org/drawingml/2006/main">
              <a:ext uri="{FF2B5EF4-FFF2-40B4-BE49-F238E27FC236}">
                <a16:creationId xmlns:a16="http://schemas.microsoft.com/office/drawing/2014/main" id="{BEE35C2C-3148-4269-9571-D165FC10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>
            <a:extLst xmlns:a="http://schemas.openxmlformats.org/drawingml/2006/main">
              <a:ext uri="{FF2B5EF4-FFF2-40B4-BE49-F238E27FC236}">
                <a16:creationId xmlns:a16="http://schemas.microsoft.com/office/drawing/2014/main" id="{311925A0-C9C1-4C10-9709-63CFB49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600" y="589800"/>
            <a:ext cx="3440400" cy="3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600"/>
              <a:buFont typeface="Play"/>
              <a:buNone/>
            </a:pPr>
            <a:r>
              <a:rPr sz="26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Felony Bench</a:t>
            </a:r>
            <a:endParaRPr sz="26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8" name="Google Shape;157;p22"/>
          <p:cNvCxnSpPr/>
          <p:nvPr/>
        </p:nvCxnSpPr>
        <p:spPr>
          <a:xfrm xmlns:a="http://schemas.openxmlformats.org/drawingml/2006/main">
            <a:off x="1131600" y="1179576"/>
            <a:ext cx="452700" cy="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2296E8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Google Shape;158;p22"/>
          <p:cNvCxnSpPr/>
          <p:nvPr/>
        </p:nvCxnSpPr>
        <p:spPr>
          <a:xfrm xmlns:a="http://schemas.openxmlformats.org/drawingml/2006/main">
            <a:off x="1693971" y="1179576"/>
            <a:ext cx="452700" cy="0"/>
          </a:xfrm>
          <a:prstGeom xmlns:a="http://schemas.openxmlformats.org/drawingml/2006/main" prst="straightConnector1">
            <a:avLst/>
          </a:prstGeom>
          <a:ln xmlns:a="http://schemas.openxmlformats.org/drawingml/2006/main" w="10150" cap="flat">
            <a:solidFill>
              <a:srgbClr val="2296E8">
                <a:alpha val="7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22">
            <a:extLst xmlns:a="http://schemas.openxmlformats.org/drawingml/2006/main">
              <a:ext uri="{FF2B5EF4-FFF2-40B4-BE49-F238E27FC236}">
                <a16:creationId xmlns:a16="http://schemas.microsoft.com/office/drawing/2014/main" id="{48192579-00EA-4973-BE84-3EBF310A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102" y="1155573"/>
            <a:ext cx="48000" cy="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E8"/>
          </a:solidFill>
          <a:ln xmlns:a="http://schemas.openxmlformats.org/drawingml/2006/main" w="12700" cmpd="sng">
            <a:solidFill>
              <a:srgbClr val="2296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>
            <a:extLst xmlns:a="http://schemas.openxmlformats.org/drawingml/2006/main">
              <a:ext uri="{FF2B5EF4-FFF2-40B4-BE49-F238E27FC236}">
                <a16:creationId xmlns:a16="http://schemas.microsoft.com/office/drawing/2014/main" id="{6AF48BC6-0624-457D-ACC9-4A822A62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450" y="4555325"/>
            <a:ext cx="59331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53464"/>
                </a:solidFill>
                <a:latin typeface="Play"/>
                <a:ea typeface="Play"/>
                <a:cs typeface="Play"/>
              </a:rPr>
              <a:t>“counts unique instances where AI agents inadvertently compromise or affect third-party entities.”</a:t>
            </a:r>
            <a:endParaRPr sz="1200">
              <a:solidFill>
                <a:srgbClr val="053464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72" name="Google Shape;161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401677f9b4e6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0134" y="1288813"/>
            <a:ext cx="5843741" cy="3266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3" name="Google Shape;162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1df2018cec448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2547" y="397764"/>
            <a:ext cx="1405891" cy="12231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4" name="Google Shape;16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5698654de74a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84685" y="4251960"/>
            <a:ext cx="377191" cy="329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68760605"/>
      </p:ext>
    </p:extLst>
  </p:cSld>
</p:sld>
</file>

<file path=ppt/slides/slide1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" name="Google Shape;169;p23">
            <a:extLst xmlns:a="http://schemas.openxmlformats.org/drawingml/2006/main">
              <a:ext uri="{FF2B5EF4-FFF2-40B4-BE49-F238E27FC236}">
                <a16:creationId xmlns:a16="http://schemas.microsoft.com/office/drawing/2014/main" id="{2E2AEB2D-DD5B-4A4C-8DC8-62B34E28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>
            <a:extLst xmlns:a="http://schemas.openxmlformats.org/drawingml/2006/main">
              <a:ext uri="{FF2B5EF4-FFF2-40B4-BE49-F238E27FC236}">
                <a16:creationId xmlns:a16="http://schemas.microsoft.com/office/drawing/2014/main" id="{7A5251AD-076C-4302-BAAA-5413928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1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c8be84961a475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39327" y="3678825"/>
            <a:ext cx="1604675" cy="13960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2" name="Google Shape;172;p23">
            <a:extLst xmlns:a="http://schemas.openxmlformats.org/drawingml/2006/main">
              <a:ext uri="{FF2B5EF4-FFF2-40B4-BE49-F238E27FC236}">
                <a16:creationId xmlns:a16="http://schemas.microsoft.com/office/drawing/2014/main" id="{8EE9C6F8-4556-4E6A-B00A-9CBE0F00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75" y="215450"/>
            <a:ext cx="6437400" cy="4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None/>
            </a:pPr>
            <a:r>
              <a:t/>
            </a:r>
            <a:endParaRPr sz="46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p23">
            <a:extLst xmlns:a="http://schemas.openxmlformats.org/drawingml/2006/main">
              <a:ext uri="{FF2B5EF4-FFF2-40B4-BE49-F238E27FC236}">
                <a16:creationId xmlns:a16="http://schemas.microsoft.com/office/drawing/2014/main" id="{1AB1C465-03CD-457A-AC95-1630A8D8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00" y="215450"/>
            <a:ext cx="8596800" cy="4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❖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Coxon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marR="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❖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Lab agreement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marR="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❖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Dario v trump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marR="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❖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Millennium</a:t>
            </a: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 prizes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marR="0" lvl="0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❖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HF context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914400" marR="0" lvl="1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➢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Felony </a:t>
            </a: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bench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914400" marR="0" lvl="1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➢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Timeline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1371600" marR="0" lvl="2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■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Breach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1371600" marR="0" lvl="2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■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Disclosure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1371600" marR="0" lvl="2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■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Blackhat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1371600" marR="0" lvl="2" indent="-3873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2500"/>
              <a:buFont typeface="Play"/>
              <a:buChar char="■"/>
            </a:pPr>
            <a:r>
              <a:rPr sz="25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report</a:t>
            </a:r>
            <a:endParaRPr sz="25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4988996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2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24">
            <a:extLst xmlns:a="http://schemas.openxmlformats.org/drawingml/2006/main">
              <a:ext uri="{FF2B5EF4-FFF2-40B4-BE49-F238E27FC236}">
                <a16:creationId xmlns:a16="http://schemas.microsoft.com/office/drawing/2014/main" id="{9C6A69BE-9615-437E-9AF0-EE8D0D16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268"/>
          </a:solidFill>
          <a:ln xmlns:a="http://schemas.openxmlformats.org/drawingml/2006/main" w="12700" cmpd="sng">
            <a:solidFill>
              <a:srgbClr val="00226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0;p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e269bd16c47f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9875" y="641176"/>
            <a:ext cx="6864250" cy="3861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126091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25">
            <a:extLst xmlns:a="http://schemas.openxmlformats.org/drawingml/2006/main">
              <a:ext uri="{FF2B5EF4-FFF2-40B4-BE49-F238E27FC236}">
                <a16:creationId xmlns:a16="http://schemas.microsoft.com/office/drawing/2014/main" id="{9EB181EE-0DB1-4487-8EEF-A806CDA6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>
            <a:extLst xmlns:a="http://schemas.openxmlformats.org/drawingml/2006/main">
              <a:ext uri="{FF2B5EF4-FFF2-40B4-BE49-F238E27FC236}">
                <a16:creationId xmlns:a16="http://schemas.microsoft.com/office/drawing/2014/main" id="{DC3A6325-DC8E-47DA-B0F8-5D69C09F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8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cb411483bc43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39327" y="3678825"/>
            <a:ext cx="1604675" cy="13960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9" name="Google Shape;189;p25">
            <a:extLst xmlns:a="http://schemas.openxmlformats.org/drawingml/2006/main">
              <a:ext uri="{FF2B5EF4-FFF2-40B4-BE49-F238E27FC236}">
                <a16:creationId xmlns:a16="http://schemas.microsoft.com/office/drawing/2014/main" id="{B8C418D4-16E6-44F2-9212-3BB1E1E9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75" y="215450"/>
            <a:ext cx="6437400" cy="4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None/>
            </a:pPr>
            <a:r>
              <a:t/>
            </a:r>
            <a:endParaRPr sz="46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25">
            <a:extLst xmlns:a="http://schemas.openxmlformats.org/drawingml/2006/main">
              <a:ext uri="{FF2B5EF4-FFF2-40B4-BE49-F238E27FC236}">
                <a16:creationId xmlns:a16="http://schemas.microsoft.com/office/drawing/2014/main" id="{E23C19B6-1E83-4081-AE1A-74BC257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00" y="215450"/>
            <a:ext cx="8596800" cy="4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Char char="❖"/>
            </a:pPr>
            <a:r>
              <a:rPr sz="32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How closely do these models fit with your idea of a misaligned AI?</a:t>
            </a:r>
            <a:endParaRPr sz="3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marR="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Char char="❖"/>
            </a:pPr>
            <a:r>
              <a:rPr sz="32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Could an unregulated AI collective be valuable if it was more aligned? Or is it inherently dangerous?</a:t>
            </a:r>
            <a:endParaRPr sz="3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marR="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Char char="❖"/>
            </a:pPr>
            <a:r>
              <a:rPr sz="32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Should OpenAI be held legally liable for this incident?</a:t>
            </a:r>
            <a:endParaRPr sz="3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1345503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26">
            <a:extLst xmlns:a="http://schemas.openxmlformats.org/drawingml/2006/main">
              <a:ext uri="{FF2B5EF4-FFF2-40B4-BE49-F238E27FC236}">
                <a16:creationId xmlns:a16="http://schemas.microsoft.com/office/drawing/2014/main" id="{D5E34BA5-E755-4932-9EB2-CD7CA169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6">
            <a:extLst xmlns:a="http://schemas.openxmlformats.org/drawingml/2006/main">
              <a:ext uri="{FF2B5EF4-FFF2-40B4-BE49-F238E27FC236}">
                <a16:creationId xmlns:a16="http://schemas.microsoft.com/office/drawing/2014/main" id="{B9B4DEA5-5F6E-456A-A5BD-0E0116C6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4920"/>
            <a:ext cx="9144000" cy="6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3464"/>
          </a:solidFill>
          <a:ln xmlns:a="http://schemas.openxmlformats.org/drawingml/2006/main" w="12700" cmpd="sng">
            <a:solidFill>
              <a:srgbClr val="05346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198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e26dfbb0224d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39327" y="3678825"/>
            <a:ext cx="1604675" cy="13960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9" name="Google Shape;199;p26">
            <a:extLst xmlns:a="http://schemas.openxmlformats.org/drawingml/2006/main">
              <a:ext uri="{FF2B5EF4-FFF2-40B4-BE49-F238E27FC236}">
                <a16:creationId xmlns:a16="http://schemas.microsoft.com/office/drawing/2014/main" id="{5E0702B9-8965-4720-8570-365DC9F0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75" y="215450"/>
            <a:ext cx="6437400" cy="4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None/>
            </a:pPr>
            <a:r>
              <a:t/>
            </a:r>
            <a:endParaRPr sz="46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Google Shape;200;p26">
            <a:extLst xmlns:a="http://schemas.openxmlformats.org/drawingml/2006/main">
              <a:ext uri="{FF2B5EF4-FFF2-40B4-BE49-F238E27FC236}">
                <a16:creationId xmlns:a16="http://schemas.microsoft.com/office/drawing/2014/main" id="{762DB908-4DF1-4E2C-92D7-DBE6DE8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00" y="215450"/>
            <a:ext cx="8596800" cy="4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Char char="❖"/>
            </a:pPr>
            <a:r>
              <a:rPr sz="32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Are we anthropomorphizing models too much? How does this affect our understanding of them?</a:t>
            </a:r>
            <a:endParaRPr sz="3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marR="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Char char="❖"/>
            </a:pPr>
            <a:r>
              <a:rPr sz="32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Is reward-hacking inherently problematic?</a:t>
            </a:r>
            <a:endParaRPr sz="3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Char char="❖"/>
            </a:pPr>
            <a:r>
              <a:rPr sz="32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Is too much persistence in models a bad thing?</a:t>
            </a:r>
            <a:endParaRPr sz="3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  <a:p xmlns:a="http://schemas.openxmlformats.org/drawingml/2006/main">
            <a:pPr marL="45720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3464"/>
              </a:buClr>
              <a:buSzPts val="3200"/>
              <a:buFont typeface="Play"/>
              <a:buChar char="❖"/>
            </a:pPr>
            <a:r>
              <a:rPr sz="3200" b="1">
                <a:solidFill>
                  <a:srgbClr val="053464"/>
                </a:solidFill>
                <a:latin typeface="Play"/>
                <a:ea typeface="Play"/>
                <a:cs typeface="Play"/>
              </a:rPr>
              <a:t>What do these incidents imply about advancing AI capabilities?</a:t>
            </a:r>
            <a:endParaRPr sz="3200" b="1">
              <a:solidFill>
                <a:srgbClr val="053464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2832396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2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Google Shape;206;p27">
            <a:extLst xmlns:a="http://schemas.openxmlformats.org/drawingml/2006/main">
              <a:ext uri="{FF2B5EF4-FFF2-40B4-BE49-F238E27FC236}">
                <a16:creationId xmlns:a16="http://schemas.microsoft.com/office/drawing/2014/main" id="{1FF1D503-E53C-4C77-88DC-FB5FC9D0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268"/>
          </a:solidFill>
          <a:ln xmlns:a="http://schemas.openxmlformats.org/drawingml/2006/main" w="12700" cmpd="sng">
            <a:solidFill>
              <a:srgbClr val="00226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07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a7c26e111a4e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02147" y="3736901"/>
            <a:ext cx="1460076" cy="1270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08;p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1d2c8ab3d488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2975" y="454913"/>
            <a:ext cx="3818025" cy="381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9" name="Google Shape;209;p27">
            <a:extLst xmlns:a="http://schemas.openxmlformats.org/drawingml/2006/main">
              <a:ext uri="{FF2B5EF4-FFF2-40B4-BE49-F238E27FC236}">
                <a16:creationId xmlns:a16="http://schemas.microsoft.com/office/drawing/2014/main" id="{6B0D4DAD-05B1-454B-8BA8-9E75D9CA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950" y="4272950"/>
            <a:ext cx="3818100" cy="5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chemeClr val="lt1"/>
                </a:solidFill>
                <a:latin typeface="Play"/>
                <a:ea typeface="Play"/>
                <a:cs typeface="Play"/>
              </a:rPr>
              <a:t>Post-event Poll</a:t>
            </a:r>
            <a:endParaRPr sz="2200" b="1">
              <a:solidFill>
                <a:schemeClr val="lt1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217" name="Google Shape;210;p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e32cca7cb4a8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3025" y="454925"/>
            <a:ext cx="3818025" cy="381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416152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2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" name="Google Shape;216;p28">
            <a:extLst xmlns:a="http://schemas.openxmlformats.org/drawingml/2006/main">
              <a:ext uri="{FF2B5EF4-FFF2-40B4-BE49-F238E27FC236}">
                <a16:creationId xmlns:a16="http://schemas.microsoft.com/office/drawing/2014/main" id="{0B786918-07F0-4C4F-9FF1-69230A14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268"/>
          </a:solidFill>
          <a:ln xmlns:a="http://schemas.openxmlformats.org/drawingml/2006/main" w="12700" cmpd="sng">
            <a:solidFill>
              <a:srgbClr val="00226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17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4adb6c2f8f43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02147" y="3736901"/>
            <a:ext cx="1460076" cy="1270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4" name="Google Shape;218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3cdfb9ad74a4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2975" y="454913"/>
            <a:ext cx="3818025" cy="381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9" name="Google Shape;219;p28">
            <a:extLst xmlns:a="http://schemas.openxmlformats.org/drawingml/2006/main">
              <a:ext uri="{FF2B5EF4-FFF2-40B4-BE49-F238E27FC236}">
                <a16:creationId xmlns:a16="http://schemas.microsoft.com/office/drawing/2014/main" id="{A5186168-9D30-48AA-9876-2327CB09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950" y="4272950"/>
            <a:ext cx="3818100" cy="8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chemeClr val="lt1"/>
                </a:solidFill>
                <a:latin typeface="Play"/>
                <a:ea typeface="Play"/>
                <a:cs typeface="Play"/>
              </a:rPr>
              <a:t>Stay connected and learn more!</a:t>
            </a:r>
            <a:endParaRPr sz="2200" b="1">
              <a:solidFill>
                <a:schemeClr val="lt1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201834143"/>
      </p:ext>
    </p:extLst>
  </p:cSld>
</p:sld>
</file>

<file path=ppt/slides/slide1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02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Google Shape;225;p29">
            <a:extLst xmlns:a="http://schemas.openxmlformats.org/drawingml/2006/main">
              <a:ext uri="{FF2B5EF4-FFF2-40B4-BE49-F238E27FC236}">
                <a16:creationId xmlns:a16="http://schemas.microsoft.com/office/drawing/2014/main" id="{6D137CD5-94FC-47E1-94A2-15711901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268"/>
          </a:solidFill>
          <a:ln xmlns:a="http://schemas.openxmlformats.org/drawingml/2006/main" w="12700" cmpd="sng">
            <a:solidFill>
              <a:srgbClr val="00226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26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aaa06751a840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02147" y="3736901"/>
            <a:ext cx="1460076" cy="1270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5" name="Google Shape;227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547ccef9de4fe7">
            <a:alphaModFix/>
          </a:blip>
          <a:srcRect xmlns:a="http://schemas.openxmlformats.org/drawingml/2006/main" l="7904" t="7900" r="7566" b="6877"/>
          <a:stretch xmlns:a="http://schemas.openxmlformats.org/drawingml/2006/main"/>
        </p:blipFill>
        <p:spPr>
          <a:xfrm xmlns:a="http://schemas.openxmlformats.org/drawingml/2006/main">
            <a:off x="629850" y="726375"/>
            <a:ext cx="3206851" cy="3232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29">
            <a:extLst xmlns:a="http://schemas.openxmlformats.org/drawingml/2006/main">
              <a:ext uri="{FF2B5EF4-FFF2-40B4-BE49-F238E27FC236}">
                <a16:creationId xmlns:a16="http://schemas.microsoft.com/office/drawing/2014/main" id="{033ACC96-880B-4308-A8A8-D18A2695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50" y="270550"/>
            <a:ext cx="28215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lt1"/>
                </a:solidFill>
                <a:latin typeface="Play"/>
                <a:ea typeface="Play"/>
                <a:cs typeface="Play"/>
              </a:rPr>
              <a:t>VAISI</a:t>
            </a:r>
            <a:r>
              <a:rPr sz="1800" b="1">
                <a:solidFill>
                  <a:schemeClr val="lt1"/>
                </a:solidFill>
                <a:latin typeface="Play"/>
                <a:ea typeface="Play"/>
                <a:cs typeface="Play"/>
              </a:rPr>
              <a:t> Groupme</a:t>
            </a:r>
            <a:endParaRPr sz="3200" b="1">
              <a:solidFill>
                <a:schemeClr val="lt1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229" name="Google Shape;229;p29">
            <a:extLst xmlns:a="http://schemas.openxmlformats.org/drawingml/2006/main">
              <a:ext uri="{FF2B5EF4-FFF2-40B4-BE49-F238E27FC236}">
                <a16:creationId xmlns:a16="http://schemas.microsoft.com/office/drawing/2014/main" id="{36558B4C-AF36-496D-83A0-48EF379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700" y="270550"/>
            <a:ext cx="36426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lt1"/>
                </a:solidFill>
                <a:latin typeface="Play"/>
                <a:ea typeface="Play"/>
                <a:cs typeface="Play"/>
              </a:rPr>
              <a:t>SAI Groupme</a:t>
            </a:r>
            <a:endParaRPr sz="3200" b="1">
              <a:solidFill>
                <a:schemeClr val="lt1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238" name="Google Shape;230;p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58c5223044b9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9700" y="726375"/>
            <a:ext cx="3206849" cy="32068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2878861"/>
      </p:ext>
    </p:extLst>
  </p:cSld>
</p:sld>
</file>

<file path=ppt/slides/slide1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02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6" name="Google Shape;236;p30">
            <a:extLst xmlns:a="http://schemas.openxmlformats.org/drawingml/2006/main">
              <a:ext uri="{FF2B5EF4-FFF2-40B4-BE49-F238E27FC236}">
                <a16:creationId xmlns:a16="http://schemas.microsoft.com/office/drawing/2014/main" id="{1445FC9F-319E-4C28-B4C3-C112721A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268"/>
          </a:solidFill>
          <a:ln xmlns:a="http://schemas.openxmlformats.org/drawingml/2006/main" w="12700" cmpd="sng">
            <a:solidFill>
              <a:srgbClr val="00226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37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7a419855fb46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02147" y="3736901"/>
            <a:ext cx="1460076" cy="1270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4" name="Google Shape;238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e3a281beeb400c">
            <a:alphaModFix/>
          </a:blip>
          <a:srcRect xmlns:a="http://schemas.openxmlformats.org/drawingml/2006/main" l="7999" t="7819" r="6909" b="6725"/>
          <a:stretch xmlns:a="http://schemas.openxmlformats.org/drawingml/2006/main"/>
        </p:blipFill>
        <p:spPr>
          <a:xfrm xmlns:a="http://schemas.openxmlformats.org/drawingml/2006/main">
            <a:off x="2648150" y="1001197"/>
            <a:ext cx="3847700" cy="38641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9" name="Google Shape;239;p30">
            <a:extLst xmlns:a="http://schemas.openxmlformats.org/drawingml/2006/main">
              <a:ext uri="{FF2B5EF4-FFF2-40B4-BE49-F238E27FC236}">
                <a16:creationId xmlns:a16="http://schemas.microsoft.com/office/drawing/2014/main" id="{AB6B0991-B2DE-44DF-8B92-967A28C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700" y="354550"/>
            <a:ext cx="3642600" cy="46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lt1"/>
                </a:solidFill>
                <a:latin typeface="Play"/>
                <a:ea typeface="Play"/>
                <a:cs typeface="Play"/>
              </a:rPr>
              <a:t>Full interview with Ajeya Cotra</a:t>
            </a:r>
            <a:endParaRPr sz="3200" b="1">
              <a:solidFill>
                <a:schemeClr val="lt1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9950853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2026-09-23T21:02:44.4960000Z</dcterms:created>
  <dcterms:modified xsi:type="dcterms:W3CDTF">2026-09-23T21:02:44.4960000Z</dcterms:modified>
</coreProperties>
</file>